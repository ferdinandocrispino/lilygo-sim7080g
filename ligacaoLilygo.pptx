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620"/>
    <p:restoredTop sz="92890" autoAdjust="0"/>
  </p:normalViewPr>
  <p:slideViewPr>
    <p:cSldViewPr>
      <p:cViewPr>
        <p:scale>
          <a:sx n="130" d="100"/>
          <a:sy n="130" d="100"/>
        </p:scale>
        <p:origin x="-540" y="4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61F3A0-9D7B-47C1-AB17-B21DB3AD0D97}" type="datetimeFigureOut">
              <a:rPr lang="pt-BR" smtClean="0"/>
              <a:pPr/>
              <a:t>12/07/2025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93A47C-B6B9-4A57-B04F-1C324213EE59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4-20 mA do sensor de pressão piezoresistivo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5584415">
            <a:off x="88010" y="556636"/>
            <a:ext cx="1284054" cy="1033688"/>
          </a:xfrm>
          <a:prstGeom prst="rect">
            <a:avLst/>
          </a:prstGeom>
          <a:noFill/>
        </p:spPr>
      </p:pic>
      <p:sp>
        <p:nvSpPr>
          <p:cNvPr id="1025" name="Rectangle 1"/>
          <p:cNvSpPr>
            <a:spLocks noChangeArrowheads="1"/>
          </p:cNvSpPr>
          <p:nvPr/>
        </p:nvSpPr>
        <p:spPr bwMode="auto">
          <a:xfrm>
            <a:off x="180528" y="136267"/>
            <a:ext cx="6392776" cy="184666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9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ui-monospace"/>
                <a:cs typeface="Arial" pitchFamily="34" charset="0"/>
              </a:rPr>
              <a:t>SIM7080G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 uses </a:t>
            </a:r>
            <a:r>
              <a:rPr kumimoji="0" lang="pt-BR" sz="9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ui-monospace"/>
                <a:cs typeface="Arial" pitchFamily="34" charset="0"/>
              </a:rPr>
              <a:t>Octal</a:t>
            </a:r>
            <a:r>
              <a:rPr kumimoji="0" lang="pt-BR" sz="9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ui-monospace"/>
                <a:cs typeface="Arial" pitchFamily="34" charset="0"/>
              </a:rPr>
              <a:t> SPI PSRAM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,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so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 </a:t>
            </a:r>
            <a:r>
              <a:rPr kumimoji="0" lang="pt-BR" sz="1200" b="1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GPIO35~GPIO37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 is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unavailable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.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Please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 do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not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 use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these</a:t>
            </a:r>
            <a:r>
              <a:rPr kumimoji="0" lang="pt-BR" sz="1200" b="0" i="0" u="none" strike="noStrike" cap="none" normalizeH="0" baseline="0" dirty="0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 </a:t>
            </a:r>
            <a:r>
              <a:rPr kumimoji="0" lang="pt-BR" sz="1200" b="0" i="0" u="none" strike="noStrike" cap="none" normalizeH="0" baseline="0" dirty="0" err="1" smtClean="0">
                <a:ln>
                  <a:noFill/>
                </a:ln>
                <a:solidFill>
                  <a:srgbClr val="1F2328"/>
                </a:solidFill>
                <a:effectLst/>
                <a:latin typeface="-apple-system"/>
                <a:cs typeface="Arial" pitchFamily="34" charset="0"/>
              </a:rPr>
              <a:t>IOs</a:t>
            </a:r>
            <a:r>
              <a:rPr kumimoji="0" lang="pt-BR" sz="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itchFamily="34" charset="0"/>
                <a:cs typeface="Arial" pitchFamily="34" charset="0"/>
              </a:rPr>
              <a:t> </a:t>
            </a:r>
            <a:endParaRPr kumimoji="0" 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2" descr="https://www.electronics-lab.com/wp-content/uploads/2023/02/T-SIM7080G-S3-pinout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03648" y="1052736"/>
            <a:ext cx="5472608" cy="3784795"/>
          </a:xfrm>
          <a:prstGeom prst="rect">
            <a:avLst/>
          </a:prstGeom>
          <a:noFill/>
        </p:spPr>
      </p:pic>
      <p:pic>
        <p:nvPicPr>
          <p:cNvPr id="1032" name="Picture 8" descr="DC/DC Step-up converter with 4-30V output — Arduino Official Store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36296" y="2780928"/>
            <a:ext cx="1080120" cy="1080120"/>
          </a:xfrm>
          <a:prstGeom prst="rect">
            <a:avLst/>
          </a:prstGeom>
          <a:noFill/>
        </p:spPr>
      </p:pic>
      <p:sp>
        <p:nvSpPr>
          <p:cNvPr id="3" name="AutoShape 4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4" name="AutoShape 6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5" name="AutoShape 8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34" name="AutoShape 10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36" name="AutoShape 12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38" name="AutoShape 14" descr="Ads1115 adc módulo conversor analógico-digital, com amplificador de ganho  programável, 16 bits i2c 2.0v a 5.5v para arduino raspberry pi - AliExpres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40" name="AutoShape 16" descr="https://ae01.alicdn.com/kf/Sb1ecc1c280024d0d8fa65688cbe7b008P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1042" name="AutoShape 18" descr="https://ae01.alicdn.com/kf/Sb1ecc1c280024d0d8fa65688cbe7b008P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043" name="Picture 19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524328" y="1257473"/>
            <a:ext cx="558070" cy="9473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2" name="Conector angulado 31"/>
          <p:cNvCxnSpPr/>
          <p:nvPr/>
        </p:nvCxnSpPr>
        <p:spPr>
          <a:xfrm flipV="1">
            <a:off x="4860032" y="1340769"/>
            <a:ext cx="2664296" cy="360039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angulado 37"/>
          <p:cNvCxnSpPr/>
          <p:nvPr/>
        </p:nvCxnSpPr>
        <p:spPr>
          <a:xfrm flipV="1">
            <a:off x="5292080" y="1512000"/>
            <a:ext cx="2232248" cy="1656000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Conector angulado 39"/>
          <p:cNvCxnSpPr/>
          <p:nvPr/>
        </p:nvCxnSpPr>
        <p:spPr>
          <a:xfrm flipV="1">
            <a:off x="5292080" y="1584000"/>
            <a:ext cx="2232248" cy="1728000"/>
          </a:xfrm>
          <a:prstGeom prst="bentConnector3">
            <a:avLst>
              <a:gd name="adj1" fmla="val 68445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47" name="Conector angulado 46"/>
          <p:cNvCxnSpPr/>
          <p:nvPr/>
        </p:nvCxnSpPr>
        <p:spPr>
          <a:xfrm rot="16200000" flipV="1">
            <a:off x="7344308" y="1520788"/>
            <a:ext cx="288032" cy="72008"/>
          </a:xfrm>
          <a:prstGeom prst="bentConnector3">
            <a:avLst>
              <a:gd name="adj1" fmla="val 73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E:\chave_liga_deslig_1.pn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668344" y="4725144"/>
            <a:ext cx="993018" cy="1008000"/>
          </a:xfrm>
          <a:prstGeom prst="rect">
            <a:avLst/>
          </a:prstGeom>
          <a:noFill/>
        </p:spPr>
      </p:pic>
      <p:cxnSp>
        <p:nvCxnSpPr>
          <p:cNvPr id="39" name="Conector angulado 38"/>
          <p:cNvCxnSpPr/>
          <p:nvPr/>
        </p:nvCxnSpPr>
        <p:spPr>
          <a:xfrm rot="16200000" flipH="1">
            <a:off x="7416316" y="3753036"/>
            <a:ext cx="1296144" cy="1080120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ixaDeTexto 43"/>
          <p:cNvSpPr txBox="1"/>
          <p:nvPr/>
        </p:nvSpPr>
        <p:spPr>
          <a:xfrm>
            <a:off x="7740352" y="4653136"/>
            <a:ext cx="7906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900" dirty="0" smtClean="0"/>
              <a:t>DMP4065S-7</a:t>
            </a:r>
            <a:endParaRPr lang="pt-BR" sz="900" dirty="0"/>
          </a:p>
        </p:txBody>
      </p:sp>
      <p:cxnSp>
        <p:nvCxnSpPr>
          <p:cNvPr id="49" name="Conector angulado 48"/>
          <p:cNvCxnSpPr/>
          <p:nvPr/>
        </p:nvCxnSpPr>
        <p:spPr>
          <a:xfrm>
            <a:off x="1763688" y="2708920"/>
            <a:ext cx="6840760" cy="3384376"/>
          </a:xfrm>
          <a:prstGeom prst="bentConnector3">
            <a:avLst>
              <a:gd name="adj1" fmla="val -10632"/>
            </a:avLst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to 51"/>
          <p:cNvCxnSpPr/>
          <p:nvPr/>
        </p:nvCxnSpPr>
        <p:spPr>
          <a:xfrm flipV="1">
            <a:off x="8604448" y="5517232"/>
            <a:ext cx="0" cy="57606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CaixaDeTexto 55"/>
          <p:cNvSpPr txBox="1"/>
          <p:nvPr/>
        </p:nvSpPr>
        <p:spPr>
          <a:xfrm>
            <a:off x="7236296" y="4653136"/>
            <a:ext cx="432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 smtClean="0"/>
              <a:t>3V3</a:t>
            </a:r>
            <a:endParaRPr lang="pt-BR" sz="1000" dirty="0"/>
          </a:p>
        </p:txBody>
      </p:sp>
      <p:sp>
        <p:nvSpPr>
          <p:cNvPr id="57" name="CaixaDeTexto 56"/>
          <p:cNvSpPr txBox="1"/>
          <p:nvPr/>
        </p:nvSpPr>
        <p:spPr>
          <a:xfrm>
            <a:off x="7092280" y="1124744"/>
            <a:ext cx="4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 smtClean="0"/>
              <a:t>3V3</a:t>
            </a:r>
            <a:endParaRPr lang="pt-BR" sz="1000" dirty="0"/>
          </a:p>
        </p:txBody>
      </p:sp>
      <p:sp>
        <p:nvSpPr>
          <p:cNvPr id="58" name="CaixaDeTexto 57"/>
          <p:cNvSpPr txBox="1"/>
          <p:nvPr/>
        </p:nvSpPr>
        <p:spPr>
          <a:xfrm>
            <a:off x="8316416" y="3038763"/>
            <a:ext cx="3225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00" dirty="0" smtClean="0"/>
              <a:t>9V</a:t>
            </a:r>
            <a:endParaRPr lang="pt-BR" sz="1000" dirty="0"/>
          </a:p>
        </p:txBody>
      </p:sp>
      <p:cxnSp>
        <p:nvCxnSpPr>
          <p:cNvPr id="78" name="Conector angulado 77"/>
          <p:cNvCxnSpPr>
            <a:endCxn id="1032" idx="1"/>
          </p:cNvCxnSpPr>
          <p:nvPr/>
        </p:nvCxnSpPr>
        <p:spPr>
          <a:xfrm rot="5400000">
            <a:off x="6324544" y="2330878"/>
            <a:ext cx="1901862" cy="78358"/>
          </a:xfrm>
          <a:prstGeom prst="bentConnector4">
            <a:avLst>
              <a:gd name="adj1" fmla="val 35802"/>
              <a:gd name="adj2" fmla="val 39173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Forma 40"/>
          <p:cNvCxnSpPr>
            <a:stCxn id="1032" idx="1"/>
            <a:endCxn id="2" idx="2"/>
          </p:cNvCxnSpPr>
          <p:nvPr/>
        </p:nvCxnSpPr>
        <p:spPr>
          <a:xfrm rot="10800000" flipH="1" flipV="1">
            <a:off x="7236295" y="3320988"/>
            <a:ext cx="928557" cy="2412156"/>
          </a:xfrm>
          <a:prstGeom prst="bentConnector4">
            <a:avLst>
              <a:gd name="adj1" fmla="val -24619"/>
              <a:gd name="adj2" fmla="val 109477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angulado 49"/>
          <p:cNvCxnSpPr/>
          <p:nvPr/>
        </p:nvCxnSpPr>
        <p:spPr>
          <a:xfrm>
            <a:off x="3131840" y="3501008"/>
            <a:ext cx="4608512" cy="1440160"/>
          </a:xfrm>
          <a:prstGeom prst="bentConnector3">
            <a:avLst>
              <a:gd name="adj1" fmla="val -38573"/>
            </a:avLst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0" name="Picture 6" descr="https://static.wixstatic.com/media/04fe82_c51a7297bd894bd3a3c9757b188157e3~mv2.png/v1/fill/w_350,h_293,al_c,q_85,usm_0.66_1.00_0.01,enc_avif,quality_auto/04fe82_c51a7297bd894bd3a3c9757b188157e3~mv2.pn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 rot="19723802">
            <a:off x="1620000" y="504000"/>
            <a:ext cx="1032083" cy="864000"/>
          </a:xfrm>
          <a:prstGeom prst="rect">
            <a:avLst/>
          </a:prstGeom>
          <a:noFill/>
        </p:spPr>
      </p:pic>
      <p:cxnSp>
        <p:nvCxnSpPr>
          <p:cNvPr id="87" name="Conector angulado 86"/>
          <p:cNvCxnSpPr/>
          <p:nvPr/>
        </p:nvCxnSpPr>
        <p:spPr>
          <a:xfrm rot="10800000">
            <a:off x="1475656" y="476672"/>
            <a:ext cx="1080120" cy="360040"/>
          </a:xfrm>
          <a:prstGeom prst="bentConnector3">
            <a:avLst>
              <a:gd name="adj1" fmla="val -19434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angulado 17"/>
          <p:cNvCxnSpPr/>
          <p:nvPr/>
        </p:nvCxnSpPr>
        <p:spPr>
          <a:xfrm rot="10800000">
            <a:off x="2555776" y="836712"/>
            <a:ext cx="5688632" cy="2448272"/>
          </a:xfrm>
          <a:prstGeom prst="bentConnector3">
            <a:avLst>
              <a:gd name="adj1" fmla="val -7709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angulado 27"/>
          <p:cNvCxnSpPr/>
          <p:nvPr/>
        </p:nvCxnSpPr>
        <p:spPr>
          <a:xfrm>
            <a:off x="2483768" y="908720"/>
            <a:ext cx="5040560" cy="936104"/>
          </a:xfrm>
          <a:prstGeom prst="bentConnector3">
            <a:avLst>
              <a:gd name="adj1" fmla="val 8063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angulado 24"/>
          <p:cNvCxnSpPr/>
          <p:nvPr/>
        </p:nvCxnSpPr>
        <p:spPr>
          <a:xfrm rot="10800000">
            <a:off x="2483768" y="980728"/>
            <a:ext cx="5616624" cy="2016224"/>
          </a:xfrm>
          <a:prstGeom prst="bentConnector3">
            <a:avLst>
              <a:gd name="adj1" fmla="val -6981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angulado 34"/>
          <p:cNvCxnSpPr/>
          <p:nvPr/>
        </p:nvCxnSpPr>
        <p:spPr>
          <a:xfrm flipV="1">
            <a:off x="3203848" y="1412776"/>
            <a:ext cx="4320480" cy="2016224"/>
          </a:xfrm>
          <a:prstGeom prst="bentConnector3">
            <a:avLst>
              <a:gd name="adj1" fmla="val -42702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Forma 30"/>
          <p:cNvCxnSpPr/>
          <p:nvPr/>
        </p:nvCxnSpPr>
        <p:spPr>
          <a:xfrm rot="5400000">
            <a:off x="1007608" y="584680"/>
            <a:ext cx="576065" cy="360047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angulado 32"/>
          <p:cNvCxnSpPr/>
          <p:nvPr/>
        </p:nvCxnSpPr>
        <p:spPr>
          <a:xfrm rot="10800000" flipV="1">
            <a:off x="1043608" y="836712"/>
            <a:ext cx="720080" cy="14401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CaixaDeTexto 106"/>
          <p:cNvSpPr txBox="1"/>
          <p:nvPr/>
        </p:nvSpPr>
        <p:spPr>
          <a:xfrm>
            <a:off x="1835696" y="446475"/>
            <a:ext cx="10081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 err="1" smtClean="0"/>
              <a:t>Saida</a:t>
            </a:r>
            <a:r>
              <a:rPr lang="pt-BR" sz="1000" dirty="0" smtClean="0"/>
              <a:t>: 3V3</a:t>
            </a:r>
            <a:endParaRPr lang="pt-BR" sz="1000" dirty="0"/>
          </a:p>
        </p:txBody>
      </p:sp>
      <p:sp>
        <p:nvSpPr>
          <p:cNvPr id="108" name="CaixaDeTexto 107"/>
          <p:cNvSpPr txBox="1"/>
          <p:nvPr/>
        </p:nvSpPr>
        <p:spPr>
          <a:xfrm>
            <a:off x="7596336" y="3573016"/>
            <a:ext cx="43204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 smtClean="0"/>
              <a:t>3V3</a:t>
            </a:r>
            <a:endParaRPr lang="pt-BR" sz="1000" dirty="0"/>
          </a:p>
        </p:txBody>
      </p:sp>
      <p:sp>
        <p:nvSpPr>
          <p:cNvPr id="111" name="Retângulo 110"/>
          <p:cNvSpPr/>
          <p:nvPr/>
        </p:nvSpPr>
        <p:spPr>
          <a:xfrm>
            <a:off x="2771800" y="404664"/>
            <a:ext cx="273630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 smtClean="0"/>
              <a:t>para conf. tensão de 3.3V de </a:t>
            </a:r>
            <a:r>
              <a:rPr lang="pt-BR" sz="1200" dirty="0" err="1" smtClean="0"/>
              <a:t>saida</a:t>
            </a:r>
            <a:r>
              <a:rPr lang="pt-BR" sz="1200" dirty="0" smtClean="0"/>
              <a:t>  todos os pinos devem estar abertos</a:t>
            </a:r>
            <a:endParaRPr lang="pt-BR" sz="1200" dirty="0"/>
          </a:p>
        </p:txBody>
      </p:sp>
      <p:cxnSp>
        <p:nvCxnSpPr>
          <p:cNvPr id="59" name="Conector angulado 58"/>
          <p:cNvCxnSpPr>
            <a:endCxn id="64" idx="3"/>
          </p:cNvCxnSpPr>
          <p:nvPr/>
        </p:nvCxnSpPr>
        <p:spPr>
          <a:xfrm rot="10800000">
            <a:off x="1259632" y="1952836"/>
            <a:ext cx="504056" cy="108012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angulado 60"/>
          <p:cNvCxnSpPr>
            <a:endCxn id="62" idx="3"/>
          </p:cNvCxnSpPr>
          <p:nvPr/>
        </p:nvCxnSpPr>
        <p:spPr>
          <a:xfrm rot="10800000">
            <a:off x="1259632" y="1736812"/>
            <a:ext cx="504056" cy="180020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tângulo 68"/>
          <p:cNvSpPr/>
          <p:nvPr/>
        </p:nvSpPr>
        <p:spPr>
          <a:xfrm>
            <a:off x="0" y="1412776"/>
            <a:ext cx="104360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Deleta arquivo Temporário</a:t>
            </a:r>
            <a:endParaRPr lang="pt-BR" sz="800" dirty="0"/>
          </a:p>
        </p:txBody>
      </p:sp>
      <p:sp>
        <p:nvSpPr>
          <p:cNvPr id="70" name="Retângulo 69"/>
          <p:cNvSpPr/>
          <p:nvPr/>
        </p:nvSpPr>
        <p:spPr>
          <a:xfrm>
            <a:off x="0" y="1772816"/>
            <a:ext cx="1152128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Will </a:t>
            </a:r>
            <a:r>
              <a:rPr lang="pt-BR" sz="800" dirty="0" err="1" smtClean="0"/>
              <a:t>Not</a:t>
            </a:r>
            <a:r>
              <a:rPr lang="pt-BR" sz="800" dirty="0" smtClean="0"/>
              <a:t> </a:t>
            </a:r>
            <a:r>
              <a:rPr lang="pt-BR" sz="800" dirty="0" err="1" smtClean="0"/>
              <a:t>sleep</a:t>
            </a:r>
            <a:endParaRPr lang="pt-BR" sz="800" dirty="0"/>
          </a:p>
        </p:txBody>
      </p:sp>
      <p:cxnSp>
        <p:nvCxnSpPr>
          <p:cNvPr id="45" name="Conector angulado 44"/>
          <p:cNvCxnSpPr>
            <a:endCxn id="67" idx="3"/>
          </p:cNvCxnSpPr>
          <p:nvPr/>
        </p:nvCxnSpPr>
        <p:spPr>
          <a:xfrm rot="10800000">
            <a:off x="1259632" y="2168861"/>
            <a:ext cx="504056" cy="4870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tângulo 50"/>
          <p:cNvSpPr/>
          <p:nvPr/>
        </p:nvSpPr>
        <p:spPr>
          <a:xfrm>
            <a:off x="0" y="1988840"/>
            <a:ext cx="104360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Deleta arquivo</a:t>
            </a:r>
          </a:p>
          <a:p>
            <a:r>
              <a:rPr lang="pt-BR" sz="800" dirty="0" smtClean="0"/>
              <a:t>Permanente de dados</a:t>
            </a:r>
            <a:endParaRPr lang="pt-BR" sz="800" dirty="0"/>
          </a:p>
        </p:txBody>
      </p:sp>
      <p:cxnSp>
        <p:nvCxnSpPr>
          <p:cNvPr id="53" name="Conector angulado 52"/>
          <p:cNvCxnSpPr>
            <a:endCxn id="71" idx="3"/>
          </p:cNvCxnSpPr>
          <p:nvPr/>
        </p:nvCxnSpPr>
        <p:spPr>
          <a:xfrm rot="10800000" flipV="1">
            <a:off x="1259632" y="2348880"/>
            <a:ext cx="504056" cy="36004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tângulo 65"/>
          <p:cNvSpPr/>
          <p:nvPr/>
        </p:nvSpPr>
        <p:spPr>
          <a:xfrm>
            <a:off x="0" y="2420888"/>
            <a:ext cx="115212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Leitura dados permanentes</a:t>
            </a:r>
            <a:endParaRPr lang="pt-BR" sz="800" dirty="0"/>
          </a:p>
        </p:txBody>
      </p:sp>
      <p:sp>
        <p:nvSpPr>
          <p:cNvPr id="60" name="Retângulo 59"/>
          <p:cNvSpPr/>
          <p:nvPr/>
        </p:nvSpPr>
        <p:spPr>
          <a:xfrm>
            <a:off x="1043608" y="1700808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2" name="Retângulo 61"/>
          <p:cNvSpPr/>
          <p:nvPr/>
        </p:nvSpPr>
        <p:spPr>
          <a:xfrm>
            <a:off x="1187624" y="1700808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3" name="Retângulo 62"/>
          <p:cNvSpPr/>
          <p:nvPr/>
        </p:nvSpPr>
        <p:spPr>
          <a:xfrm>
            <a:off x="1043608" y="1916832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4" name="Retângulo 63"/>
          <p:cNvSpPr/>
          <p:nvPr/>
        </p:nvSpPr>
        <p:spPr>
          <a:xfrm>
            <a:off x="1187624" y="1916832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5" name="Retângulo 64"/>
          <p:cNvSpPr/>
          <p:nvPr/>
        </p:nvSpPr>
        <p:spPr>
          <a:xfrm>
            <a:off x="1043608" y="2132856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7" name="Retângulo 66"/>
          <p:cNvSpPr/>
          <p:nvPr/>
        </p:nvSpPr>
        <p:spPr>
          <a:xfrm>
            <a:off x="1187624" y="2132856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8" name="Retângulo 67"/>
          <p:cNvSpPr/>
          <p:nvPr/>
        </p:nvSpPr>
        <p:spPr>
          <a:xfrm>
            <a:off x="1043608" y="234888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1" name="Retângulo 70"/>
          <p:cNvSpPr/>
          <p:nvPr/>
        </p:nvSpPr>
        <p:spPr>
          <a:xfrm>
            <a:off x="1187624" y="234888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3" name="Conector angulado 72"/>
          <p:cNvCxnSpPr>
            <a:stCxn id="60" idx="1"/>
            <a:endCxn id="68" idx="1"/>
          </p:cNvCxnSpPr>
          <p:nvPr/>
        </p:nvCxnSpPr>
        <p:spPr>
          <a:xfrm rot="10800000" flipV="1">
            <a:off x="1043608" y="1736812"/>
            <a:ext cx="12700" cy="648072"/>
          </a:xfrm>
          <a:prstGeom prst="bentConnector3">
            <a:avLst>
              <a:gd name="adj1" fmla="val 753851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ector angulado 76"/>
          <p:cNvCxnSpPr>
            <a:stCxn id="60" idx="1"/>
            <a:endCxn id="63" idx="1"/>
          </p:cNvCxnSpPr>
          <p:nvPr/>
        </p:nvCxnSpPr>
        <p:spPr>
          <a:xfrm rot="10800000" flipV="1">
            <a:off x="1043608" y="1736812"/>
            <a:ext cx="12700" cy="216024"/>
          </a:xfrm>
          <a:prstGeom prst="bentConnector3">
            <a:avLst>
              <a:gd name="adj1" fmla="val 723079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ector angulado 79"/>
          <p:cNvCxnSpPr>
            <a:stCxn id="63" idx="1"/>
            <a:endCxn id="65" idx="1"/>
          </p:cNvCxnSpPr>
          <p:nvPr/>
        </p:nvCxnSpPr>
        <p:spPr>
          <a:xfrm rot="10800000" flipV="1">
            <a:off x="1043608" y="1952836"/>
            <a:ext cx="12700" cy="216024"/>
          </a:xfrm>
          <a:prstGeom prst="bentConnector3">
            <a:avLst>
              <a:gd name="adj1" fmla="val 784622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Forma 90"/>
          <p:cNvCxnSpPr>
            <a:stCxn id="60" idx="0"/>
          </p:cNvCxnSpPr>
          <p:nvPr/>
        </p:nvCxnSpPr>
        <p:spPr>
          <a:xfrm rot="5400000" flipH="1" flipV="1">
            <a:off x="2141730" y="638690"/>
            <a:ext cx="12700" cy="2124236"/>
          </a:xfrm>
          <a:prstGeom prst="bentConnector4">
            <a:avLst>
              <a:gd name="adj1" fmla="val 1400000"/>
              <a:gd name="adj2" fmla="val 50847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/>
          <p:cNvSpPr/>
          <p:nvPr/>
        </p:nvSpPr>
        <p:spPr>
          <a:xfrm>
            <a:off x="323528" y="1124744"/>
            <a:ext cx="2088232" cy="223224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200" dirty="0"/>
          </a:p>
        </p:txBody>
      </p:sp>
      <p:sp>
        <p:nvSpPr>
          <p:cNvPr id="4" name="Retângulo 3"/>
          <p:cNvSpPr/>
          <p:nvPr/>
        </p:nvSpPr>
        <p:spPr>
          <a:xfrm>
            <a:off x="683568" y="476720"/>
            <a:ext cx="1368152" cy="28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Wake</a:t>
            </a:r>
            <a:r>
              <a:rPr lang="pt-BR" sz="1200" dirty="0" smtClean="0"/>
              <a:t> UP</a:t>
            </a:r>
            <a:endParaRPr lang="pt-BR" sz="1200" dirty="0"/>
          </a:p>
        </p:txBody>
      </p:sp>
      <p:sp>
        <p:nvSpPr>
          <p:cNvPr id="5" name="Retângulo 4"/>
          <p:cNvSpPr/>
          <p:nvPr/>
        </p:nvSpPr>
        <p:spPr>
          <a:xfrm>
            <a:off x="611560" y="1844824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Connect</a:t>
            </a:r>
            <a:r>
              <a:rPr lang="pt-BR" sz="1200" dirty="0" smtClean="0"/>
              <a:t> to VIVO-IOT</a:t>
            </a:r>
            <a:endParaRPr lang="pt-BR" sz="1200" dirty="0"/>
          </a:p>
        </p:txBody>
      </p:sp>
      <p:sp>
        <p:nvSpPr>
          <p:cNvPr id="6" name="Retângulo 5"/>
          <p:cNvSpPr/>
          <p:nvPr/>
        </p:nvSpPr>
        <p:spPr>
          <a:xfrm>
            <a:off x="611560" y="1412808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Config</a:t>
            </a:r>
            <a:r>
              <a:rPr lang="pt-BR" sz="1200" dirty="0" smtClean="0"/>
              <a:t> SIM</a:t>
            </a:r>
            <a:endParaRPr lang="pt-BR" sz="1200" dirty="0"/>
          </a:p>
        </p:txBody>
      </p:sp>
      <p:sp>
        <p:nvSpPr>
          <p:cNvPr id="7" name="Retângulo 6"/>
          <p:cNvSpPr/>
          <p:nvPr/>
        </p:nvSpPr>
        <p:spPr>
          <a:xfrm>
            <a:off x="611560" y="2204864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Get</a:t>
            </a:r>
            <a:r>
              <a:rPr lang="pt-BR" sz="1200" dirty="0" smtClean="0"/>
              <a:t> </a:t>
            </a:r>
            <a:r>
              <a:rPr lang="pt-BR" sz="1200" dirty="0" err="1" smtClean="0"/>
              <a:t>Clock</a:t>
            </a:r>
            <a:r>
              <a:rPr lang="pt-BR" sz="1200" dirty="0" smtClean="0"/>
              <a:t> - NTP</a:t>
            </a:r>
            <a:endParaRPr lang="pt-BR" sz="1200" dirty="0"/>
          </a:p>
        </p:txBody>
      </p:sp>
      <p:sp>
        <p:nvSpPr>
          <p:cNvPr id="8" name="Retângulo 7"/>
          <p:cNvSpPr/>
          <p:nvPr/>
        </p:nvSpPr>
        <p:spPr>
          <a:xfrm>
            <a:off x="611560" y="2924944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Connect</a:t>
            </a:r>
            <a:r>
              <a:rPr lang="pt-BR" sz="1200" dirty="0" smtClean="0"/>
              <a:t> to MQTT</a:t>
            </a:r>
            <a:endParaRPr lang="pt-BR" sz="1200" dirty="0"/>
          </a:p>
        </p:txBody>
      </p:sp>
      <p:sp>
        <p:nvSpPr>
          <p:cNvPr id="9" name="Retângulo 8"/>
          <p:cNvSpPr/>
          <p:nvPr/>
        </p:nvSpPr>
        <p:spPr>
          <a:xfrm>
            <a:off x="791580" y="3717032"/>
            <a:ext cx="1368152" cy="180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 smtClean="0"/>
              <a:t>Wait</a:t>
            </a:r>
            <a:r>
              <a:rPr lang="pt-BR" sz="1000" dirty="0" smtClean="0"/>
              <a:t> 30seg</a:t>
            </a:r>
            <a:endParaRPr lang="pt-BR" sz="1000" dirty="0"/>
          </a:p>
        </p:txBody>
      </p:sp>
      <p:sp>
        <p:nvSpPr>
          <p:cNvPr id="10" name="Retângulo 9"/>
          <p:cNvSpPr/>
          <p:nvPr/>
        </p:nvSpPr>
        <p:spPr>
          <a:xfrm>
            <a:off x="791580" y="4077072"/>
            <a:ext cx="1368152" cy="180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Read Sensor</a:t>
            </a:r>
            <a:endParaRPr lang="pt-BR" sz="1000" dirty="0"/>
          </a:p>
        </p:txBody>
      </p:sp>
      <p:sp>
        <p:nvSpPr>
          <p:cNvPr id="11" name="Retângulo 10"/>
          <p:cNvSpPr/>
          <p:nvPr/>
        </p:nvSpPr>
        <p:spPr>
          <a:xfrm>
            <a:off x="575556" y="6273336"/>
            <a:ext cx="1800200" cy="180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 smtClean="0"/>
              <a:t>Send</a:t>
            </a:r>
            <a:r>
              <a:rPr lang="pt-BR" sz="1000" dirty="0" smtClean="0"/>
              <a:t> Data to MQTT</a:t>
            </a:r>
            <a:endParaRPr lang="pt-BR" sz="1000" dirty="0"/>
          </a:p>
        </p:txBody>
      </p:sp>
      <p:sp>
        <p:nvSpPr>
          <p:cNvPr id="12" name="Retângulo 11"/>
          <p:cNvSpPr/>
          <p:nvPr/>
        </p:nvSpPr>
        <p:spPr>
          <a:xfrm>
            <a:off x="575556" y="6525344"/>
            <a:ext cx="1800200" cy="18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 smtClean="0"/>
              <a:t>Go</a:t>
            </a:r>
            <a:r>
              <a:rPr lang="pt-BR" sz="1000" dirty="0" smtClean="0"/>
              <a:t> to </a:t>
            </a:r>
            <a:r>
              <a:rPr lang="pt-BR" sz="1000" dirty="0" err="1" smtClean="0"/>
              <a:t>sleep</a:t>
            </a:r>
            <a:endParaRPr lang="pt-BR" sz="1000" dirty="0"/>
          </a:p>
        </p:txBody>
      </p:sp>
      <p:sp>
        <p:nvSpPr>
          <p:cNvPr id="14" name="Retângulo 13"/>
          <p:cNvSpPr/>
          <p:nvPr/>
        </p:nvSpPr>
        <p:spPr>
          <a:xfrm>
            <a:off x="341530" y="3501008"/>
            <a:ext cx="3582398" cy="3312368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200" dirty="0"/>
          </a:p>
        </p:txBody>
      </p:sp>
      <p:sp>
        <p:nvSpPr>
          <p:cNvPr id="15" name="CaixaDeTexto 14"/>
          <p:cNvSpPr txBox="1"/>
          <p:nvPr/>
        </p:nvSpPr>
        <p:spPr>
          <a:xfrm>
            <a:off x="1101000" y="1135777"/>
            <a:ext cx="53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smtClean="0"/>
              <a:t>setup</a:t>
            </a:r>
            <a:endParaRPr lang="pt-BR" sz="1200" dirty="0"/>
          </a:p>
        </p:txBody>
      </p:sp>
      <p:cxnSp>
        <p:nvCxnSpPr>
          <p:cNvPr id="17" name="Conector de seta reta 16"/>
          <p:cNvCxnSpPr/>
          <p:nvPr/>
        </p:nvCxnSpPr>
        <p:spPr>
          <a:xfrm>
            <a:off x="1367644" y="764720"/>
            <a:ext cx="0" cy="3600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/>
          <p:cNvSpPr txBox="1"/>
          <p:nvPr/>
        </p:nvSpPr>
        <p:spPr>
          <a:xfrm>
            <a:off x="1229435" y="3501008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smtClean="0"/>
              <a:t>Loop</a:t>
            </a:r>
            <a:endParaRPr lang="pt-BR" sz="1200" dirty="0"/>
          </a:p>
        </p:txBody>
      </p:sp>
      <p:cxnSp>
        <p:nvCxnSpPr>
          <p:cNvPr id="20" name="Forma 19"/>
          <p:cNvCxnSpPr>
            <a:stCxn id="5" idx="3"/>
            <a:endCxn id="13" idx="0"/>
          </p:cNvCxnSpPr>
          <p:nvPr/>
        </p:nvCxnSpPr>
        <p:spPr>
          <a:xfrm flipH="1" flipV="1">
            <a:off x="1367644" y="1124744"/>
            <a:ext cx="756084" cy="864080"/>
          </a:xfrm>
          <a:prstGeom prst="bentConnector4">
            <a:avLst>
              <a:gd name="adj1" fmla="val -68330"/>
              <a:gd name="adj2" fmla="val 126456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Forma 22"/>
          <p:cNvCxnSpPr>
            <a:stCxn id="8" idx="3"/>
            <a:endCxn id="13" idx="0"/>
          </p:cNvCxnSpPr>
          <p:nvPr/>
        </p:nvCxnSpPr>
        <p:spPr>
          <a:xfrm flipH="1" flipV="1">
            <a:off x="1367644" y="1124744"/>
            <a:ext cx="756084" cy="1944200"/>
          </a:xfrm>
          <a:prstGeom prst="bentConnector4">
            <a:avLst>
              <a:gd name="adj1" fmla="val -205717"/>
              <a:gd name="adj2" fmla="val 111758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aixaDeTexto 26"/>
          <p:cNvSpPr txBox="1"/>
          <p:nvPr/>
        </p:nvSpPr>
        <p:spPr>
          <a:xfrm>
            <a:off x="2627784" y="2780928"/>
            <a:ext cx="8826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err="1" smtClean="0"/>
              <a:t>If</a:t>
            </a:r>
            <a:r>
              <a:rPr lang="pt-BR" sz="1200" dirty="0" smtClean="0"/>
              <a:t> </a:t>
            </a:r>
            <a:r>
              <a:rPr lang="pt-BR" sz="1200" dirty="0" err="1" smtClean="0"/>
              <a:t>problem</a:t>
            </a:r>
            <a:r>
              <a:rPr lang="pt-BR" sz="1200" dirty="0" smtClean="0"/>
              <a:t>!</a:t>
            </a:r>
            <a:endParaRPr lang="pt-BR" sz="1200" dirty="0"/>
          </a:p>
        </p:txBody>
      </p:sp>
      <p:sp>
        <p:nvSpPr>
          <p:cNvPr id="28" name="CaixaDeTexto 27"/>
          <p:cNvSpPr txBox="1"/>
          <p:nvPr/>
        </p:nvSpPr>
        <p:spPr>
          <a:xfrm>
            <a:off x="2771800" y="1628800"/>
            <a:ext cx="8826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err="1" smtClean="0"/>
              <a:t>If</a:t>
            </a:r>
            <a:r>
              <a:rPr lang="pt-BR" sz="1200" dirty="0" smtClean="0"/>
              <a:t> </a:t>
            </a:r>
            <a:r>
              <a:rPr lang="pt-BR" sz="1200" dirty="0" err="1" smtClean="0"/>
              <a:t>problem</a:t>
            </a:r>
            <a:r>
              <a:rPr lang="pt-BR" sz="1200" dirty="0" smtClean="0"/>
              <a:t>!</a:t>
            </a:r>
            <a:endParaRPr lang="pt-BR" sz="1200" dirty="0"/>
          </a:p>
        </p:txBody>
      </p:sp>
      <p:sp>
        <p:nvSpPr>
          <p:cNvPr id="39" name="Retângulo de cantos arredondados 38"/>
          <p:cNvSpPr/>
          <p:nvPr/>
        </p:nvSpPr>
        <p:spPr>
          <a:xfrm>
            <a:off x="5220072" y="548680"/>
            <a:ext cx="1152128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MQTT </a:t>
            </a:r>
            <a:r>
              <a:rPr lang="pt-BR" dirty="0" err="1" smtClean="0"/>
              <a:t>Broker</a:t>
            </a:r>
            <a:endParaRPr lang="pt-BR" dirty="0"/>
          </a:p>
        </p:txBody>
      </p:sp>
      <p:sp>
        <p:nvSpPr>
          <p:cNvPr id="40" name="Seta para a direita 39"/>
          <p:cNvSpPr/>
          <p:nvPr/>
        </p:nvSpPr>
        <p:spPr>
          <a:xfrm rot="18742456">
            <a:off x="4895995" y="1237380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1" name="Retângulo 40"/>
          <p:cNvSpPr/>
          <p:nvPr/>
        </p:nvSpPr>
        <p:spPr>
          <a:xfrm>
            <a:off x="4499992" y="1628800"/>
            <a:ext cx="864096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publish</a:t>
            </a:r>
            <a:endParaRPr lang="pt-BR" dirty="0"/>
          </a:p>
        </p:txBody>
      </p:sp>
      <p:sp>
        <p:nvSpPr>
          <p:cNvPr id="42" name="Retângulo 41"/>
          <p:cNvSpPr/>
          <p:nvPr/>
        </p:nvSpPr>
        <p:spPr>
          <a:xfrm>
            <a:off x="6264188" y="1628800"/>
            <a:ext cx="1152128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subscribe</a:t>
            </a:r>
            <a:endParaRPr lang="pt-BR" dirty="0"/>
          </a:p>
        </p:txBody>
      </p:sp>
      <p:sp>
        <p:nvSpPr>
          <p:cNvPr id="43" name="Seta para a direita 42"/>
          <p:cNvSpPr/>
          <p:nvPr/>
        </p:nvSpPr>
        <p:spPr>
          <a:xfrm rot="3167010">
            <a:off x="6264147" y="1237380"/>
            <a:ext cx="432048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4" name="Seta para baixo 43"/>
          <p:cNvSpPr/>
          <p:nvPr/>
        </p:nvSpPr>
        <p:spPr>
          <a:xfrm>
            <a:off x="6732240" y="2060848"/>
            <a:ext cx="216024" cy="36004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/>
          <p:cNvSpPr/>
          <p:nvPr/>
        </p:nvSpPr>
        <p:spPr>
          <a:xfrm>
            <a:off x="6264188" y="2492896"/>
            <a:ext cx="115212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Python</a:t>
            </a:r>
            <a:r>
              <a:rPr lang="pt-BR" dirty="0" smtClean="0"/>
              <a:t> </a:t>
            </a:r>
            <a:r>
              <a:rPr lang="pt-BR" dirty="0" err="1" smtClean="0"/>
              <a:t>Program</a:t>
            </a:r>
            <a:endParaRPr lang="pt-BR" dirty="0"/>
          </a:p>
        </p:txBody>
      </p:sp>
      <p:sp>
        <p:nvSpPr>
          <p:cNvPr id="46" name="Retângulo 45"/>
          <p:cNvSpPr/>
          <p:nvPr/>
        </p:nvSpPr>
        <p:spPr>
          <a:xfrm>
            <a:off x="6264188" y="3501008"/>
            <a:ext cx="1152128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Excel</a:t>
            </a:r>
            <a:endParaRPr lang="pt-BR" dirty="0"/>
          </a:p>
        </p:txBody>
      </p:sp>
      <p:sp>
        <p:nvSpPr>
          <p:cNvPr id="47" name="Seta para baixo 46"/>
          <p:cNvSpPr/>
          <p:nvPr/>
        </p:nvSpPr>
        <p:spPr>
          <a:xfrm>
            <a:off x="6768244" y="3212976"/>
            <a:ext cx="144016" cy="21602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3" name="Retângulo 32"/>
          <p:cNvSpPr/>
          <p:nvPr/>
        </p:nvSpPr>
        <p:spPr>
          <a:xfrm>
            <a:off x="2555776" y="4725144"/>
            <a:ext cx="1224136" cy="1800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err="1" smtClean="0"/>
              <a:t>Save</a:t>
            </a:r>
            <a:r>
              <a:rPr lang="pt-BR" sz="1200" dirty="0" smtClean="0"/>
              <a:t> file</a:t>
            </a:r>
            <a:endParaRPr lang="pt-BR" sz="1200" dirty="0"/>
          </a:p>
        </p:txBody>
      </p:sp>
      <p:sp>
        <p:nvSpPr>
          <p:cNvPr id="36" name="Fluxograma: Decisão 35"/>
          <p:cNvSpPr/>
          <p:nvPr/>
        </p:nvSpPr>
        <p:spPr>
          <a:xfrm>
            <a:off x="683568" y="4581128"/>
            <a:ext cx="1584176" cy="43204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MQTT Connection</a:t>
            </a:r>
            <a:endParaRPr lang="pt-BR" sz="1000" dirty="0"/>
          </a:p>
        </p:txBody>
      </p:sp>
      <p:sp>
        <p:nvSpPr>
          <p:cNvPr id="37" name="Retângulo 36"/>
          <p:cNvSpPr/>
          <p:nvPr/>
        </p:nvSpPr>
        <p:spPr>
          <a:xfrm>
            <a:off x="575556" y="5877272"/>
            <a:ext cx="1800200" cy="25200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smtClean="0"/>
              <a:t>Read file </a:t>
            </a:r>
            <a:r>
              <a:rPr lang="pt-BR" sz="1000" dirty="0" err="1" smtClean="0"/>
              <a:t>and</a:t>
            </a:r>
            <a:r>
              <a:rPr lang="pt-BR" sz="1000" dirty="0" smtClean="0"/>
              <a:t>  </a:t>
            </a:r>
            <a:r>
              <a:rPr lang="pt-BR" sz="1000" dirty="0" err="1" smtClean="0"/>
              <a:t>send</a:t>
            </a:r>
            <a:r>
              <a:rPr lang="pt-BR" sz="1000" dirty="0" smtClean="0"/>
              <a:t> Data</a:t>
            </a:r>
            <a:endParaRPr lang="pt-BR" sz="1000" dirty="0"/>
          </a:p>
        </p:txBody>
      </p:sp>
      <p:cxnSp>
        <p:nvCxnSpPr>
          <p:cNvPr id="70" name="Conector de seta reta 69"/>
          <p:cNvCxnSpPr>
            <a:stCxn id="36" idx="3"/>
            <a:endCxn id="33" idx="1"/>
          </p:cNvCxnSpPr>
          <p:nvPr/>
        </p:nvCxnSpPr>
        <p:spPr>
          <a:xfrm>
            <a:off x="2267744" y="4797152"/>
            <a:ext cx="288032" cy="1799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angulado 71"/>
          <p:cNvCxnSpPr/>
          <p:nvPr/>
        </p:nvCxnSpPr>
        <p:spPr>
          <a:xfrm rot="5400000">
            <a:off x="1367644" y="5112187"/>
            <a:ext cx="216024" cy="1800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Forma 95"/>
          <p:cNvCxnSpPr>
            <a:stCxn id="33" idx="2"/>
            <a:endCxn id="12" idx="3"/>
          </p:cNvCxnSpPr>
          <p:nvPr/>
        </p:nvCxnSpPr>
        <p:spPr>
          <a:xfrm rot="5400000">
            <a:off x="1916700" y="5364200"/>
            <a:ext cx="1710200" cy="79208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ector de seta reta 97"/>
          <p:cNvCxnSpPr/>
          <p:nvPr/>
        </p:nvCxnSpPr>
        <p:spPr>
          <a:xfrm>
            <a:off x="1475656" y="4257072"/>
            <a:ext cx="0" cy="32405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tângulo 98"/>
          <p:cNvSpPr/>
          <p:nvPr/>
        </p:nvSpPr>
        <p:spPr>
          <a:xfrm>
            <a:off x="611560" y="2564904"/>
            <a:ext cx="1512168" cy="28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 smtClean="0"/>
              <a:t>Set RTC ESP</a:t>
            </a:r>
            <a:endParaRPr lang="pt-BR" sz="1200" dirty="0"/>
          </a:p>
        </p:txBody>
      </p:sp>
      <p:sp>
        <p:nvSpPr>
          <p:cNvPr id="102" name="CaixaDeTexto 101"/>
          <p:cNvSpPr txBox="1"/>
          <p:nvPr/>
        </p:nvSpPr>
        <p:spPr>
          <a:xfrm>
            <a:off x="1691680" y="5589240"/>
            <a:ext cx="3895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err="1" smtClean="0"/>
              <a:t>yes</a:t>
            </a:r>
            <a:endParaRPr lang="pt-BR" sz="1200" dirty="0"/>
          </a:p>
        </p:txBody>
      </p:sp>
      <p:sp>
        <p:nvSpPr>
          <p:cNvPr id="38" name="Fluxograma: Decisão 37"/>
          <p:cNvSpPr/>
          <p:nvPr/>
        </p:nvSpPr>
        <p:spPr>
          <a:xfrm>
            <a:off x="683568" y="5229200"/>
            <a:ext cx="1584176" cy="432048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000" dirty="0" err="1" smtClean="0"/>
              <a:t>If</a:t>
            </a:r>
            <a:r>
              <a:rPr lang="pt-BR" sz="1000" dirty="0" smtClean="0"/>
              <a:t> </a:t>
            </a:r>
            <a:r>
              <a:rPr lang="pt-BR" sz="1000" dirty="0" err="1" smtClean="0"/>
              <a:t>exist</a:t>
            </a:r>
            <a:r>
              <a:rPr lang="pt-BR" sz="1000" dirty="0" smtClean="0"/>
              <a:t> </a:t>
            </a:r>
            <a:r>
              <a:rPr lang="pt-BR" sz="1000" dirty="0" err="1" smtClean="0"/>
              <a:t>temp</a:t>
            </a:r>
            <a:r>
              <a:rPr lang="pt-BR" sz="1000" dirty="0" smtClean="0"/>
              <a:t> file</a:t>
            </a:r>
            <a:endParaRPr lang="pt-BR" sz="1000" dirty="0"/>
          </a:p>
        </p:txBody>
      </p:sp>
      <p:cxnSp>
        <p:nvCxnSpPr>
          <p:cNvPr id="84" name="Conector de seta reta 83"/>
          <p:cNvCxnSpPr/>
          <p:nvPr/>
        </p:nvCxnSpPr>
        <p:spPr>
          <a:xfrm>
            <a:off x="1475656" y="5661248"/>
            <a:ext cx="0" cy="21602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ector angulado 85"/>
          <p:cNvCxnSpPr>
            <a:endCxn id="11" idx="3"/>
          </p:cNvCxnSpPr>
          <p:nvPr/>
        </p:nvCxnSpPr>
        <p:spPr>
          <a:xfrm>
            <a:off x="1421650" y="5445224"/>
            <a:ext cx="954106" cy="918112"/>
          </a:xfrm>
          <a:prstGeom prst="bentConnector3">
            <a:avLst>
              <a:gd name="adj1" fmla="val 123960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CaixaDeTexto 90"/>
          <p:cNvSpPr txBox="1"/>
          <p:nvPr/>
        </p:nvSpPr>
        <p:spPr>
          <a:xfrm>
            <a:off x="2123728" y="4437112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 smtClean="0"/>
              <a:t>no</a:t>
            </a:r>
            <a:endParaRPr lang="pt-BR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4" descr="4-20 mA do sensor de pressão piezoresistivo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 rot="5584415">
            <a:off x="5632626" y="340612"/>
            <a:ext cx="1284054" cy="1033688"/>
          </a:xfrm>
          <a:prstGeom prst="rect">
            <a:avLst/>
          </a:prstGeom>
          <a:noFill/>
        </p:spPr>
      </p:pic>
      <p:pic>
        <p:nvPicPr>
          <p:cNvPr id="58" name="Picture 6" descr="https://static.wixstatic.com/media/04fe82_c51a7297bd894bd3a3c9757b188157e3~mv2.png/v1/fill/w_350,h_293,al_c,q_85,usm_0.66_1.00_0.01,enc_avif,quality_auto/04fe82_c51a7297bd894bd3a3c9757b188157e3~mv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 rot="3564559">
            <a:off x="7521462" y="1599992"/>
            <a:ext cx="1529795" cy="1280655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555776" y="1196752"/>
            <a:ext cx="2695636" cy="49288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" name="Conector reto 9"/>
          <p:cNvCxnSpPr>
            <a:endCxn id="98" idx="3"/>
          </p:cNvCxnSpPr>
          <p:nvPr/>
        </p:nvCxnSpPr>
        <p:spPr>
          <a:xfrm flipH="1">
            <a:off x="1979713" y="1832470"/>
            <a:ext cx="576063" cy="3534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/>
          <p:cNvCxnSpPr>
            <a:endCxn id="100" idx="3"/>
          </p:cNvCxnSpPr>
          <p:nvPr/>
        </p:nvCxnSpPr>
        <p:spPr>
          <a:xfrm flipH="1">
            <a:off x="1979713" y="2024491"/>
            <a:ext cx="576063" cy="353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/>
          <p:cNvCxnSpPr>
            <a:endCxn id="104" idx="3"/>
          </p:cNvCxnSpPr>
          <p:nvPr/>
        </p:nvCxnSpPr>
        <p:spPr>
          <a:xfrm flipH="1">
            <a:off x="1979713" y="2408534"/>
            <a:ext cx="576063" cy="3470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to 12"/>
          <p:cNvCxnSpPr>
            <a:endCxn id="102" idx="3"/>
          </p:cNvCxnSpPr>
          <p:nvPr/>
        </p:nvCxnSpPr>
        <p:spPr>
          <a:xfrm flipH="1">
            <a:off x="1979713" y="2216512"/>
            <a:ext cx="576063" cy="15492"/>
          </a:xfrm>
          <a:prstGeom prst="line">
            <a:avLst/>
          </a:prstGeom>
          <a:ln w="22225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9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372200" y="1319646"/>
            <a:ext cx="897406" cy="15234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7" name="Conector reto 16"/>
          <p:cNvCxnSpPr/>
          <p:nvPr/>
        </p:nvCxnSpPr>
        <p:spPr>
          <a:xfrm flipH="1">
            <a:off x="5255944" y="1427646"/>
            <a:ext cx="1152128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2" descr="E:\chave_liga_deslig_1.pn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5724128" y="5229200"/>
            <a:ext cx="1152128" cy="1169511"/>
          </a:xfrm>
          <a:prstGeom prst="rect">
            <a:avLst/>
          </a:prstGeom>
          <a:noFill/>
        </p:spPr>
      </p:pic>
      <p:pic>
        <p:nvPicPr>
          <p:cNvPr id="19" name="Picture 8" descr="DC/DC Step-up converter with 4-30V output — Arduino Official Store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56176" y="4005064"/>
            <a:ext cx="1296144" cy="1296144"/>
          </a:xfrm>
          <a:prstGeom prst="rect">
            <a:avLst/>
          </a:prstGeom>
          <a:noFill/>
        </p:spPr>
      </p:pic>
      <p:cxnSp>
        <p:nvCxnSpPr>
          <p:cNvPr id="21" name="Conector angulado 20"/>
          <p:cNvCxnSpPr/>
          <p:nvPr/>
        </p:nvCxnSpPr>
        <p:spPr>
          <a:xfrm rot="16200000" flipV="1">
            <a:off x="6408204" y="5121188"/>
            <a:ext cx="504056" cy="288032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angulado 23"/>
          <p:cNvCxnSpPr/>
          <p:nvPr/>
        </p:nvCxnSpPr>
        <p:spPr>
          <a:xfrm flipV="1">
            <a:off x="5220072" y="1728000"/>
            <a:ext cx="1152000" cy="2016000"/>
          </a:xfrm>
          <a:prstGeom prst="bentConnector3">
            <a:avLst>
              <a:gd name="adj1" fmla="val 34004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angulado 24"/>
          <p:cNvCxnSpPr/>
          <p:nvPr/>
        </p:nvCxnSpPr>
        <p:spPr>
          <a:xfrm flipV="1">
            <a:off x="5220072" y="1872000"/>
            <a:ext cx="1188000" cy="2088000"/>
          </a:xfrm>
          <a:prstGeom prst="bentConnector3">
            <a:avLst>
              <a:gd name="adj1" fmla="val 50000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Forma 35"/>
          <p:cNvCxnSpPr>
            <a:stCxn id="18" idx="2"/>
            <a:endCxn id="19" idx="1"/>
          </p:cNvCxnSpPr>
          <p:nvPr/>
        </p:nvCxnSpPr>
        <p:spPr>
          <a:xfrm rot="5400000" flipH="1">
            <a:off x="5355396" y="5453916"/>
            <a:ext cx="1745575" cy="144016"/>
          </a:xfrm>
          <a:prstGeom prst="bentConnector4">
            <a:avLst>
              <a:gd name="adj1" fmla="val -13096"/>
              <a:gd name="adj2" fmla="val 558732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Forma 42"/>
          <p:cNvCxnSpPr/>
          <p:nvPr/>
        </p:nvCxnSpPr>
        <p:spPr>
          <a:xfrm>
            <a:off x="2555952" y="4140000"/>
            <a:ext cx="2952328" cy="2484000"/>
          </a:xfrm>
          <a:prstGeom prst="bentConnector3">
            <a:avLst>
              <a:gd name="adj1" fmla="val -25997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to 52"/>
          <p:cNvCxnSpPr/>
          <p:nvPr/>
        </p:nvCxnSpPr>
        <p:spPr>
          <a:xfrm flipH="1">
            <a:off x="2123728" y="4293096"/>
            <a:ext cx="504056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ector angulado 55"/>
          <p:cNvCxnSpPr/>
          <p:nvPr/>
        </p:nvCxnSpPr>
        <p:spPr>
          <a:xfrm>
            <a:off x="2195736" y="4293096"/>
            <a:ext cx="3600400" cy="1152128"/>
          </a:xfrm>
          <a:prstGeom prst="bentConnector3">
            <a:avLst>
              <a:gd name="adj1" fmla="val -3616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angulado 58"/>
          <p:cNvCxnSpPr/>
          <p:nvPr/>
        </p:nvCxnSpPr>
        <p:spPr>
          <a:xfrm rot="5400000" flipH="1" flipV="1">
            <a:off x="7056276" y="3104964"/>
            <a:ext cx="1728192" cy="1224136"/>
          </a:xfrm>
          <a:prstGeom prst="bentConnector3">
            <a:avLst>
              <a:gd name="adj1" fmla="val 29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angulado 61"/>
          <p:cNvCxnSpPr/>
          <p:nvPr/>
        </p:nvCxnSpPr>
        <p:spPr>
          <a:xfrm rot="5400000" flipH="1" flipV="1">
            <a:off x="6948264" y="3068960"/>
            <a:ext cx="1440160" cy="1008112"/>
          </a:xfrm>
          <a:prstGeom prst="bentConnector3">
            <a:avLst>
              <a:gd name="adj1" fmla="val 14726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ector angulado 66"/>
          <p:cNvCxnSpPr/>
          <p:nvPr/>
        </p:nvCxnSpPr>
        <p:spPr>
          <a:xfrm rot="10800000">
            <a:off x="6444416" y="2276872"/>
            <a:ext cx="1872000" cy="1296144"/>
          </a:xfrm>
          <a:prstGeom prst="bentConnector3">
            <a:avLst>
              <a:gd name="adj1" fmla="val 110609"/>
            </a:avLst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to 71"/>
          <p:cNvCxnSpPr/>
          <p:nvPr/>
        </p:nvCxnSpPr>
        <p:spPr>
          <a:xfrm flipV="1">
            <a:off x="8316416" y="2852936"/>
            <a:ext cx="0" cy="720080"/>
          </a:xfrm>
          <a:prstGeom prst="line">
            <a:avLst/>
          </a:prstGeom>
          <a:ln w="22225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ector angulado 75"/>
          <p:cNvCxnSpPr/>
          <p:nvPr/>
        </p:nvCxnSpPr>
        <p:spPr>
          <a:xfrm rot="5400000">
            <a:off x="4644000" y="2960948"/>
            <a:ext cx="3096344" cy="288032"/>
          </a:xfrm>
          <a:prstGeom prst="bentConnector3">
            <a:avLst>
              <a:gd name="adj1" fmla="val -4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ector angulado 80"/>
          <p:cNvCxnSpPr/>
          <p:nvPr/>
        </p:nvCxnSpPr>
        <p:spPr>
          <a:xfrm>
            <a:off x="6588224" y="764704"/>
            <a:ext cx="1872208" cy="864096"/>
          </a:xfrm>
          <a:prstGeom prst="bentConnector3">
            <a:avLst>
              <a:gd name="adj1" fmla="val 1011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ector angulado 89"/>
          <p:cNvCxnSpPr/>
          <p:nvPr/>
        </p:nvCxnSpPr>
        <p:spPr>
          <a:xfrm rot="16200000" flipV="1">
            <a:off x="6678240" y="890712"/>
            <a:ext cx="2196000" cy="2088000"/>
          </a:xfrm>
          <a:prstGeom prst="bentConnector2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ector reto 94"/>
          <p:cNvCxnSpPr/>
          <p:nvPr/>
        </p:nvCxnSpPr>
        <p:spPr>
          <a:xfrm flipH="1">
            <a:off x="8532440" y="2996952"/>
            <a:ext cx="288032" cy="0"/>
          </a:xfrm>
          <a:prstGeom prst="line">
            <a:avLst/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tângulo 96"/>
          <p:cNvSpPr/>
          <p:nvPr/>
        </p:nvSpPr>
        <p:spPr>
          <a:xfrm>
            <a:off x="1763689" y="1800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8" name="Retângulo 97"/>
          <p:cNvSpPr/>
          <p:nvPr/>
        </p:nvSpPr>
        <p:spPr>
          <a:xfrm>
            <a:off x="1907705" y="1800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9" name="Retângulo 98"/>
          <p:cNvSpPr/>
          <p:nvPr/>
        </p:nvSpPr>
        <p:spPr>
          <a:xfrm>
            <a:off x="1763689" y="198884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0" name="Retângulo 99"/>
          <p:cNvSpPr/>
          <p:nvPr/>
        </p:nvSpPr>
        <p:spPr>
          <a:xfrm>
            <a:off x="1907705" y="198884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1" name="Retângulo 100"/>
          <p:cNvSpPr/>
          <p:nvPr/>
        </p:nvSpPr>
        <p:spPr>
          <a:xfrm>
            <a:off x="1763689" y="219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2" name="Retângulo 101"/>
          <p:cNvSpPr/>
          <p:nvPr/>
        </p:nvSpPr>
        <p:spPr>
          <a:xfrm>
            <a:off x="1907705" y="219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3" name="Retângulo 102"/>
          <p:cNvSpPr/>
          <p:nvPr/>
        </p:nvSpPr>
        <p:spPr>
          <a:xfrm>
            <a:off x="1763689" y="237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4" name="Retângulo 103"/>
          <p:cNvSpPr/>
          <p:nvPr/>
        </p:nvSpPr>
        <p:spPr>
          <a:xfrm>
            <a:off x="1907705" y="2376000"/>
            <a:ext cx="7200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05" name="Conector angulado 104"/>
          <p:cNvCxnSpPr>
            <a:stCxn id="97" idx="1"/>
            <a:endCxn id="103" idx="1"/>
          </p:cNvCxnSpPr>
          <p:nvPr/>
        </p:nvCxnSpPr>
        <p:spPr>
          <a:xfrm rot="10800000" flipV="1">
            <a:off x="1763689" y="1836004"/>
            <a:ext cx="12700" cy="576000"/>
          </a:xfrm>
          <a:prstGeom prst="bentConnector3">
            <a:avLst>
              <a:gd name="adj1" fmla="val 1908001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ector angulado 105"/>
          <p:cNvCxnSpPr>
            <a:stCxn id="97" idx="1"/>
            <a:endCxn id="99" idx="1"/>
          </p:cNvCxnSpPr>
          <p:nvPr/>
        </p:nvCxnSpPr>
        <p:spPr>
          <a:xfrm rot="10800000" flipV="1">
            <a:off x="1763689" y="1836004"/>
            <a:ext cx="12700" cy="188840"/>
          </a:xfrm>
          <a:prstGeom prst="bentConnector3">
            <a:avLst>
              <a:gd name="adj1" fmla="val 1872001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ector angulado 111"/>
          <p:cNvCxnSpPr>
            <a:endCxn id="97" idx="1"/>
          </p:cNvCxnSpPr>
          <p:nvPr/>
        </p:nvCxnSpPr>
        <p:spPr>
          <a:xfrm rot="10800000" flipV="1">
            <a:off x="1763690" y="1412776"/>
            <a:ext cx="792087" cy="423228"/>
          </a:xfrm>
          <a:prstGeom prst="bentConnector3">
            <a:avLst>
              <a:gd name="adj1" fmla="val 12886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ector reto 115"/>
          <p:cNvCxnSpPr/>
          <p:nvPr/>
        </p:nvCxnSpPr>
        <p:spPr>
          <a:xfrm>
            <a:off x="6048000" y="1988840"/>
            <a:ext cx="3240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tângulo 40"/>
          <p:cNvSpPr/>
          <p:nvPr/>
        </p:nvSpPr>
        <p:spPr>
          <a:xfrm>
            <a:off x="107504" y="1700808"/>
            <a:ext cx="154766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Deleta arquivo Temporário</a:t>
            </a:r>
            <a:endParaRPr lang="pt-BR" sz="800" dirty="0"/>
          </a:p>
        </p:txBody>
      </p:sp>
      <p:sp>
        <p:nvSpPr>
          <p:cNvPr id="42" name="Retângulo 41"/>
          <p:cNvSpPr/>
          <p:nvPr/>
        </p:nvSpPr>
        <p:spPr>
          <a:xfrm>
            <a:off x="0" y="1916832"/>
            <a:ext cx="1619672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Will </a:t>
            </a:r>
            <a:r>
              <a:rPr lang="pt-BR" sz="800" dirty="0" err="1" smtClean="0"/>
              <a:t>Not</a:t>
            </a:r>
            <a:r>
              <a:rPr lang="pt-BR" sz="800" dirty="0" smtClean="0"/>
              <a:t> </a:t>
            </a:r>
            <a:r>
              <a:rPr lang="pt-BR" sz="800" dirty="0" err="1" smtClean="0"/>
              <a:t>sleep</a:t>
            </a:r>
            <a:r>
              <a:rPr lang="pt-BR" sz="800" dirty="0" smtClean="0"/>
              <a:t> (para debug)</a:t>
            </a:r>
            <a:endParaRPr lang="pt-BR" sz="800" dirty="0"/>
          </a:p>
        </p:txBody>
      </p:sp>
      <p:sp>
        <p:nvSpPr>
          <p:cNvPr id="44" name="Retângulo 43"/>
          <p:cNvSpPr/>
          <p:nvPr/>
        </p:nvSpPr>
        <p:spPr>
          <a:xfrm>
            <a:off x="0" y="2132856"/>
            <a:ext cx="1619672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Deleta </a:t>
            </a:r>
            <a:r>
              <a:rPr lang="pt-BR" sz="800" dirty="0" smtClean="0"/>
              <a:t>arquivo </a:t>
            </a:r>
            <a:r>
              <a:rPr lang="pt-BR" sz="800" dirty="0" err="1" smtClean="0"/>
              <a:t>perm</a:t>
            </a:r>
            <a:r>
              <a:rPr lang="pt-BR" sz="800" dirty="0" smtClean="0"/>
              <a:t> </a:t>
            </a:r>
            <a:r>
              <a:rPr lang="pt-BR" sz="800" dirty="0" smtClean="0"/>
              <a:t>de dados</a:t>
            </a:r>
            <a:endParaRPr lang="pt-BR" sz="800" dirty="0"/>
          </a:p>
        </p:txBody>
      </p:sp>
      <p:sp>
        <p:nvSpPr>
          <p:cNvPr id="45" name="Retângulo 44"/>
          <p:cNvSpPr/>
          <p:nvPr/>
        </p:nvSpPr>
        <p:spPr>
          <a:xfrm>
            <a:off x="0" y="2276872"/>
            <a:ext cx="1619672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 smtClean="0"/>
              <a:t>3V3 Leitura dados permanentes</a:t>
            </a:r>
            <a:endParaRPr lang="pt-BR" sz="800" dirty="0"/>
          </a:p>
        </p:txBody>
      </p:sp>
      <p:cxnSp>
        <p:nvCxnSpPr>
          <p:cNvPr id="61" name="Conector angulado 60"/>
          <p:cNvCxnSpPr>
            <a:stCxn id="99" idx="1"/>
            <a:endCxn id="101" idx="1"/>
          </p:cNvCxnSpPr>
          <p:nvPr/>
        </p:nvCxnSpPr>
        <p:spPr>
          <a:xfrm rot="10800000" flipV="1">
            <a:off x="1763689" y="2024844"/>
            <a:ext cx="12700" cy="207160"/>
          </a:xfrm>
          <a:prstGeom prst="bentConnector3">
            <a:avLst>
              <a:gd name="adj1" fmla="val 1800000"/>
            </a:avLst>
          </a:prstGeom>
          <a:ln w="222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2313</TotalTime>
  <Words>121</Words>
  <Application>Microsoft Office PowerPoint</Application>
  <PresentationFormat>Apresentação na tela (4:3)</PresentationFormat>
  <Paragraphs>42</Paragraphs>
  <Slides>3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4" baseType="lpstr">
      <vt:lpstr>Tema do Office</vt:lpstr>
      <vt:lpstr>Slide 1</vt:lpstr>
      <vt:lpstr>Slide 2</vt:lpstr>
      <vt:lpstr>Slide 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Ferdinando</dc:creator>
  <cp:lastModifiedBy>Ferdinando</cp:lastModifiedBy>
  <cp:revision>114</cp:revision>
  <dcterms:created xsi:type="dcterms:W3CDTF">2025-05-16T21:59:07Z</dcterms:created>
  <dcterms:modified xsi:type="dcterms:W3CDTF">2025-07-12T22:21:29Z</dcterms:modified>
</cp:coreProperties>
</file>